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PORTFOLIO WEBSITE PRESENTATION</a:t>
            </a:r>
          </a:p>
          <a:p>
            <a:pPr>
              <a:spcBef>
                <a:spcPts val="1000"/>
              </a:spcBef>
              <a:defRPr sz="2000">
                <a:solidFill>
                  <a:srgbClr val="059669"/>
                </a:solidFill>
                <a:latin typeface="Arial"/>
              </a:defRPr>
            </a:pPr>
            <a:r>
              <a:t>Bapanapalli Shankar — Full Stack &amp; AI Data Analyst</a:t>
            </a:r>
          </a:p>
          <a:p>
            <a:pPr>
              <a:spcBef>
                <a:spcPts val="15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Funngro Portfolio Website Creation Project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777240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🌐 Live URL: https://bapanapallishankarportfolio.netlify.app/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Arial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Summary &amp; Live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🌐 Live Deployments &amp; Repository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Netlify Live URL: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 https://bapanapallishankarportfolio.netlify.app/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GitHub Pages: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 https://shankarz9704.github.io/PORTFOLIO/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GitHub Repository: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 https://github.com/Shankarz9704/PORTFOLIO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Submission PDF: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   Portfolio_Website_Submission_Bapanapalli_Shankar.pdf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🎯 Key Deliverables Achieved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✓  Fully Responsive Web Design across Mobile, Tablet, and Desktop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✓  Interactive Dark/Light Theme Switching with persistent state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✓  Dynamic Animated Typewriter displaying core developer roles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✓  Project Showcase Gallery with category filter tabs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✓  Interactive Contact Form with instant toast feedback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✓  Production Build deployed on Netlify &amp; GitHub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Arial"/>
              </a:defRPr>
            </a:pPr>
            <a:r>
              <a:t>CANDIDATE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Bapanapalli Shankar — Skills &amp;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🎓 Education &amp; Target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B.Tech in Computer Science &amp; Engineering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Aggregate Marks: 75%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Focus Areas: Software Engineering, Database Systems, Web Technologies, AI Analytics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Target Roles: Python Developer, Java Full Stack, Spring Boot Engineer, Data Analyst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💻 Technical Stack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Frontend: HTML5, CSS3, JavaScript (ES6+), CSS Grid/Flexbox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Backend: Python, Java, Spring Boot, REST APIs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Databases: MySQL, SQL Server, MongoDB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Analytics: Data Processing, Business Intelligence, Python Pandas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Tools: Git, GitHub, Netlify, VS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🏢 Work Experience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Concentrix — Operations &amp; Service Delivery Specialist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Altruist Customer Management — Customer Support &amp; Process Associate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Rooman Technologies — Technical Training &amp; Development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TaPTaP — Technical Support &amp; System Handling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ExcelR — Data Science &amp; Analytics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Website Structure &amp; Design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📱 Fluid Responsive Layout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Mobile-first responsive architecture using pure CSS Grid and Flexbox. Adapts seamlessly across smartphones, tablets, laptops, and ultra-wide displays.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🌙 Dark &amp; Light Theme System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Toggleable visual themes with instant CSS custom property switching and persistent setting saved in browser localStorage.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⚡ Dynamic Typewriter &amp; Animation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Custom JavaScript engine driving an animated text hero switcher cycling developer specializations without external library bloat.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📊 Filterable Projects Showcase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Interactive category tabs filtering projects dynamically by Full Stack, AI Data Analytics, Web Apps, and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Arial"/>
              </a:defRPr>
            </a:pPr>
            <a:r>
              <a:t>PROJECTS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Software &amp; Analytics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📲 Mobile Recharge Application</a:t>
            </a:r>
          </a:p>
          <a:p>
            <a:pPr>
              <a:spcBef>
                <a:spcPts val="400"/>
              </a:spcBef>
              <a:defRPr sz="1200" b="1">
                <a:solidFill>
                  <a:srgbClr val="059669"/>
                </a:solidFill>
              </a:defRPr>
            </a:pPr>
            <a:r>
              <a:t>Full Stack Web Application</a:t>
            </a:r>
          </a:p>
          <a:p>
            <a:pPr>
              <a:spcBef>
                <a:spcPts val="600"/>
              </a:spcBef>
              <a:defRPr sz="1100">
                <a:solidFill>
                  <a:srgbClr val="2563EB"/>
                </a:solidFill>
              </a:defRPr>
            </a:pPr>
            <a:r>
              <a:t>Stack: Java, Spring Boot, MySQL, REST API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Built an enterprise-grade online mobile recharge system featuring user authentication, plan management, and instant payment transaction status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📈 AI Data Analytics Dashboard</a:t>
            </a:r>
          </a:p>
          <a:p>
            <a:pPr>
              <a:spcBef>
                <a:spcPts val="400"/>
              </a:spcBef>
              <a:defRPr sz="1200" b="1">
                <a:solidFill>
                  <a:srgbClr val="059669"/>
                </a:solidFill>
              </a:defRPr>
            </a:pPr>
            <a:r>
              <a:t>Business Intelligence &amp; Data Science</a:t>
            </a:r>
          </a:p>
          <a:p>
            <a:pPr>
              <a:spcBef>
                <a:spcPts val="600"/>
              </a:spcBef>
              <a:defRPr sz="1100">
                <a:solidFill>
                  <a:srgbClr val="2563EB"/>
                </a:solidFill>
              </a:defRPr>
            </a:pPr>
            <a:r>
              <a:t>Stack: Python, Pandas, SQL, BI Visuals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Developed analytical pipelines and business intelligence dashboards to process structured datasets, perform statistical modeling, and generate actionable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🌐 Portfolio Website (Shankar.dev)</a:t>
            </a:r>
          </a:p>
          <a:p>
            <a:pPr>
              <a:spcBef>
                <a:spcPts val="400"/>
              </a:spcBef>
              <a:defRPr sz="1200" b="1">
                <a:solidFill>
                  <a:srgbClr val="059669"/>
                </a:solidFill>
              </a:defRPr>
            </a:pPr>
            <a:r>
              <a:t>Personal Brand &amp; Funngro Submission</a:t>
            </a:r>
          </a:p>
          <a:p>
            <a:pPr>
              <a:spcBef>
                <a:spcPts val="600"/>
              </a:spcBef>
              <a:defRPr sz="1100">
                <a:solidFill>
                  <a:srgbClr val="2563EB"/>
                </a:solidFill>
              </a:defRPr>
            </a:pPr>
            <a:r>
              <a:t>Stack: HTML5, CSS3, ES6 JS, Netlify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Designed and deployed a modern interactive portfolio platform featuring theme switching, project filters, submission documentation, and live hosting.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Arial"/>
              </a:defRPr>
            </a:pPr>
            <a:r>
              <a:t>CONTACT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Developer Contact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645920"/>
            <a:ext cx="816833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👨‍💻 Bapanapalli Shankar</a:t>
            </a:r>
          </a:p>
          <a:p>
            <a:pPr>
              <a:spcBef>
                <a:spcPts val="400"/>
              </a:spcBef>
              <a:defRPr sz="1500">
                <a:solidFill>
                  <a:srgbClr val="059669"/>
                </a:solidFill>
              </a:defRPr>
            </a:pPr>
            <a:r>
              <a:t>Python &amp; Java Full Stack Developer | AI Data Analyst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📧 Email:  shankarcode291439@gmail.com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📞 Phone:  +91 7842161185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🌐 Live Portfolio:  https://bapanapallishankarportfolio.netlify.app/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🐙 GitHub:  https://github.com/Shankarz9704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💼 LinkedIn:  https://www.linkedin.com/in/shankar9704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